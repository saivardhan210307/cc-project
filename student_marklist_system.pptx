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Marklist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 program to manage student records.</a:t>
            </a:r>
          </a:p>
          <a:p>
            <a:r>
              <a:t>Features:</a:t>
            </a:r>
          </a:p>
          <a:p>
            <a:r>
              <a:t>- Add Student</a:t>
            </a:r>
          </a:p>
          <a:p>
            <a:r>
              <a:t>- Sort by Marks</a:t>
            </a:r>
          </a:p>
          <a:p>
            <a:r>
              <a:t>- Search by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Student {</a:t>
            </a:r>
          </a:p>
          <a:p>
            <a:r>
              <a:t>    char name[50];</a:t>
            </a:r>
          </a:p>
          <a:p>
            <a:r>
              <a:t>    int marks;</a:t>
            </a:r>
          </a:p>
          <a:p>
            <a:r>
              <a:t>};</a:t>
            </a:r>
          </a:p>
          <a:p/>
          <a:p>
            <a:r>
              <a:t>Stores student name and 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Student students[MAX];</a:t>
            </a:r>
          </a:p>
          <a:p>
            <a:r>
              <a:t>int count = 0;</a:t>
            </a:r>
          </a:p>
          <a:p/>
          <a:p>
            <a:r>
              <a:t>Used to store student list and track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Student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Adds a new student.</a:t>
            </a:r>
          </a:p>
          <a:p>
            <a:r>
              <a:t>- Checks if list is full</a:t>
            </a:r>
          </a:p>
          <a:p>
            <a:r>
              <a:t>- Takes name and marks input</a:t>
            </a:r>
          </a:p>
          <a:p>
            <a:r>
              <a:t>- Stores data in array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 by Marks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Bubble Sort.</a:t>
            </a:r>
          </a:p>
          <a:p>
            <a:r>
              <a:t>- Compares adjacent elements</a:t>
            </a:r>
          </a:p>
          <a:p>
            <a:r>
              <a:t>- Swaps if needed</a:t>
            </a:r>
          </a:p>
          <a:p>
            <a:r>
              <a:t>- Displays sorted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by Name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Searches student by name.</a:t>
            </a:r>
          </a:p>
          <a:p>
            <a:r>
              <a:t>- Uses strcmp()</a:t>
            </a:r>
          </a:p>
          <a:p>
            <a:r>
              <a:t>- Displays result if found</a:t>
            </a:r>
          </a:p>
          <a:p>
            <a:r>
              <a:t>- Otherwise shows not found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Menu-driven program.</a:t>
            </a:r>
          </a:p>
          <a:p>
            <a:r>
              <a:t>1. Add Student</a:t>
            </a:r>
          </a:p>
          <a:p>
            <a:r>
              <a:t>2. Sort by Marks</a:t>
            </a:r>
          </a:p>
          <a:p>
            <a:r>
              <a:t>3. Search by Name</a:t>
            </a:r>
          </a:p>
          <a:p>
            <a:r>
              <a:t>4.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Student Management System using C.</a:t>
            </a:r>
          </a:p>
          <a:p>
            <a:r>
              <a:t>Demonstrates:</a:t>
            </a:r>
          </a:p>
          <a:p>
            <a:r>
              <a:t>- Structures</a:t>
            </a:r>
          </a:p>
          <a:p>
            <a:r>
              <a:t>- Arrays</a:t>
            </a:r>
          </a:p>
          <a:p>
            <a:r>
              <a:t>- Functions</a:t>
            </a:r>
          </a:p>
          <a:p>
            <a:r>
              <a:t>- Sorting &amp; Searching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